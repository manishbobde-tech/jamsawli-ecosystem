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MANDIROS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digital trust layer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your temple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for counter cash, online donations, seva bookings,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Monday answer to: kitna aaya?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389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temple trustees  ·  Board presentation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F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your board actually asks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508760"/>
            <a:ext cx="109728" cy="411480"/>
          </a:xfrm>
          <a:prstGeom prst="roundRect">
            <a:avLst>
              <a:gd name="adj" fmla="val 33333"/>
            </a:avLst>
          </a:prstGeom>
          <a:solidFill>
            <a:srgbClr val="EA580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4630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Kitna aaya?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7373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+ UPI + online in different places. Excel wars every Monday.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" y="2286000"/>
            <a:ext cx="109728" cy="411480"/>
          </a:xfrm>
          <a:prstGeom prst="roundRect">
            <a:avLst>
              <a:gd name="adj" fmla="val 33333"/>
            </a:avLst>
          </a:prstGeom>
          <a:solidFill>
            <a:srgbClr val="EA580C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2402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Paise kahan gaye?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251460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Devotees ask. Transparency is screenshots — not a public ledger.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3063240"/>
            <a:ext cx="109728" cy="411480"/>
          </a:xfrm>
          <a:prstGeom prst="roundRect">
            <a:avLst>
              <a:gd name="adj" fmla="val 33333"/>
            </a:avLst>
          </a:prstGeom>
          <a:solidFill>
            <a:srgbClr val="EA580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0175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Festival chaos?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329184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Double-booked sevas, no gotra/sankalp, long queues, angry families.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3840480"/>
            <a:ext cx="109728" cy="411480"/>
          </a:xfrm>
          <a:prstGeom prst="roundRect">
            <a:avLst>
              <a:gd name="adj" fmla="val 33333"/>
            </a:avLst>
          </a:prstGeom>
          <a:solidFill>
            <a:srgbClr val="EA580C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7947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80G / CA ready?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40690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on WhatsApp. Receipts inconsistent. Form 10BD is a scramble.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MandirOS  ·  Confidential for temple trustees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POSITIONING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F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do not sell “AI temples”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Boards write cheques for calm — not for feature lists.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3977640" cy="2651760"/>
          </a:xfrm>
          <a:prstGeom prst="roundRect">
            <a:avLst>
              <a:gd name="adj" fmla="val 4138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20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hero product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33172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personality as the pitch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Devotion leaderboards / gamified bhakti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half-built modules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“India’s first AI mandir” claims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jargon (MRR, NRR) for trustees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737360"/>
            <a:ext cx="3977640" cy="2651760"/>
          </a:xfrm>
          <a:prstGeom prst="roundRect">
            <a:avLst>
              <a:gd name="adj" fmla="val 4138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920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pay for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33172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“kitna aaya” without Excel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receipt in ~10 seconds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slots that don’t double-book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fund transparency devotees trust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80G trail your CA can work with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MandirOS  ·  Confidential for temple trustees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F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MandirOS in one line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1051560"/>
          </a:xfrm>
          <a:prstGeom prst="roundRect">
            <a:avLst>
              <a:gd name="adj" fmla="val 10435"/>
            </a:avLst>
          </a:prstGeom>
          <a:solidFill>
            <a:srgbClr val="7F1D1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173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temple’s digital trust layer — every rupee visible,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seva booked with sankalp, every Monday total ready.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20116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2834640"/>
            <a:ext cx="502920" cy="5029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3474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Money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6928" y="384048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desk + online + weekly board report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06040" y="2651760"/>
            <a:ext cx="20116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2834640"/>
            <a:ext cx="502920" cy="5029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97480" y="3474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715768" y="384048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Gotra, sankalp, slots, certificates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651760"/>
            <a:ext cx="20116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0" y="2834640"/>
            <a:ext cx="502920" cy="5029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46320" y="3474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64608" y="384048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ledger + 80G-ready receipts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03720" y="2651760"/>
            <a:ext cx="20116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35240" y="2834640"/>
            <a:ext cx="502920" cy="5029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5" name="Text 23"/>
          <p:cNvSpPr/>
          <p:nvPr/>
        </p:nvSpPr>
        <p:spPr>
          <a:xfrm>
            <a:off x="76352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95160" y="3474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13448" y="384048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posters, festivals, pilgrim safety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MandirOS  ·  Confidential for temple trustees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HABIT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F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Counter Money Desk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 a clerk opens MandirOS every day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35040" y="6400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/>
        </p:spPr>
      </p:sp>
      <p:sp>
        <p:nvSpPr>
          <p:cNvPr id="8" name="Text 6"/>
          <p:cNvSpPr/>
          <p:nvPr/>
        </p:nvSpPr>
        <p:spPr>
          <a:xfrm>
            <a:off x="6035040" y="8229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 sec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126480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E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→ print receipt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20116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23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4864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+ mode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66928" y="338328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Cash, counter UPI, or card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06040" y="2286000"/>
            <a:ext cx="20116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2423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69748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80G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715768" y="338328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PAN when needed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286000"/>
            <a:ext cx="20116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423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84632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64608" y="338328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real donation receipt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03720" y="2286000"/>
            <a:ext cx="20116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2423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99516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/ share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013448" y="338328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Devotee walks away happy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MandirOS  ·  Confidential for temple trustees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MEETING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F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Weekly trustee report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message without Excel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50292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 — sample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148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 ·  Counter  ·  Poojas  ·  Total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5146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F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₹1,24,500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85800" y="32918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+ English one-liner · WhatsApp share · Print · Email / Slack auto-send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60720" y="1600200"/>
            <a:ext cx="2926080" cy="2743200"/>
          </a:xfrm>
          <a:prstGeom prst="roundRect">
            <a:avLst>
              <a:gd name="adj" fmla="val 4000"/>
            </a:avLst>
          </a:prstGeom>
          <a:solidFill>
            <a:srgbClr val="7F1D1D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boards care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0" y="233172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“send Excel”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+ hundi together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before meeting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story every week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MandirOS  ·  Confidential for temple trustees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LAYER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F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Transparency devotees can open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069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 fund ledger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 by purpose — construction, bhandara, general. Share a URL, not a PDF chain.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4069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Donation campaigns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83480" y="19202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bars for drives. Social proof for big asks.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4069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80G-ready receipts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33375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PAN, receipt number. CA-friendly trail — not tax advice.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2788920"/>
            <a:ext cx="4069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 10BD export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83480" y="33375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Pro: CSV for FY workflows. Your CA validates registration.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MandirOS  ·  Confidential for temple trustees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READY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F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Seva booking that priests can use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00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645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Gotra + sankalp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1488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payment — temple-grade devotee data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37160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1600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069080" y="1645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capacity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21488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Growth+: hard limits so you don’t overbook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37160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1600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03720" y="1645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board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21488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which slots fill first; plan pujaris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88036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108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154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36576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Printable / shareable after confirm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91840" y="288036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0" y="3108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069080" y="3154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posters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474720" y="36576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→ donate / book / check-in, zero design cost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26480" y="288036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0" y="3108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03720" y="3154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Pilgrim safety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309360" y="36576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SOS, lost &amp; found on busy days (Growth+)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MandirOS  ·  Confidential for temple trustees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F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day on MandirOS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EA580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06:30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0" y="12801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128016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desk open — first hundi / counter entry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EA580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202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28800" y="1920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Devotee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19202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poster → book seva with gotra &amp; sankalp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EA580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5603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828800" y="2560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0" y="25603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donation + optional 80G receipt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EA580C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2004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18:00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828800" y="3200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00400" y="32004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cash log — total for the day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7F1D1D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840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828800" y="3840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00400" y="38404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report → WhatsApp to board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MandirOS  ·  Confidential for temple trustees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LIVE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F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Don’t take our word — open it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0" y="139903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jamsawli-ecosystem.vercel.app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0" y="167335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MandirOS home · pricing · features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194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temple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43200" y="217627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/t/jamsawli-hanuman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245059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tenant: donate · book · transparency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971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vs Pro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743200" y="2953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/demo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0" y="322783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the upgrade — same screens, different power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749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pilot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743200" y="37307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/dashboard/pilot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0" y="400507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 checklist — real habit, not a brochure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MandirOS  ·  Confidential for temple trustees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free. Pay when you need ops &amp; compliance.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2743200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25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1480" y="1965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11480" y="2377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2.5% txn · /month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78892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donate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desk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report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80G receipts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posters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1188720"/>
            <a:ext cx="2743200" cy="3246120"/>
          </a:xfrm>
          <a:prstGeom prst="roundRect">
            <a:avLst>
              <a:gd name="adj" fmla="val 4000"/>
            </a:avLst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325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91840" y="1965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₹2,499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291840" y="2377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2.0% txn · /month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20440" y="278892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Free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capacity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Pilgrim safety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 / embed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1188720"/>
            <a:ext cx="2743200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325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/ audit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7220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Pro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172200" y="1965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₹7,999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172200" y="2377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1.0% txn · /month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278892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Growth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10BD export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trust ledger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API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MandirOS  ·  Confidential for temple trustees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F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₹2,499 / month buys a board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Excel + WhatsApp chasing every week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32588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554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0" y="20116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total ready before the meeting starts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32588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554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09360" y="20116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page when devotees ask hard questions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108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Festivals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3566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control when crowds peak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91840" y="288036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3108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Clerk habit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474720" y="3566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that opens every day — not once a year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26480" y="288036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3108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Upgrade path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09360" y="3566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Free; pay only when ops need more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MandirOS  ·  Confidential for temple trustees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RISK START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F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7-day pilot — one temple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habit before you discuss Growth.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627632"/>
            <a:ext cx="256032" cy="256032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27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5544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1–2  ·  Money desk only (cash / counter UPI)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066544"/>
            <a:ext cx="256032" cy="256032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066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199339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Online donate path (when Razorpay live)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2505456"/>
            <a:ext cx="256032" cy="256032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5054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432304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·  One seva booking with gotra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2944368"/>
            <a:ext cx="256032" cy="256032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944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2871216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·  Weekly report to WhatsApp / print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2920" y="3383280"/>
            <a:ext cx="256032" cy="256032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383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331012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 ·  Transparency URL to a trustee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02920" y="3822192"/>
            <a:ext cx="256032" cy="256032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822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37490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 ·  Board: Free stay / Growth / pause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MandirOS  ·  Confidential for temple trustees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 your clerk try money desk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one week.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 don’t open it daily — don’t pay.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 do — you’ve found your trust layer.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8404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jamsawli-ecosystem.vercel.app   ·   /demo   ·   /for-trustees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जय श्री हनुमान  ·  MandirOS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MandirOS — Digital Trust Layer for Temples</dc:title>
  <dc:subject>Temple sales presentation</dc:subject>
  <dc:creator>MandirOS</dc:creator>
  <cp:lastModifiedBy>MandirOS</cp:lastModifiedBy>
  <cp:revision>1</cp:revision>
  <dcterms:created xsi:type="dcterms:W3CDTF">2026-07-14T02:42:16Z</dcterms:created>
  <dcterms:modified xsi:type="dcterms:W3CDTF">2026-07-14T02:42:16Z</dcterms:modified>
</cp:coreProperties>
</file>