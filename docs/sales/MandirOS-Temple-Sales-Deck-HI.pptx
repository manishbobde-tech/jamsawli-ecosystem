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MANDIROS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आपके मंदिर का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डिजिटल ट्रस्ट लेयर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ECAC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काउंटर नकद, ऑनलाइन दान, पूजा बुकिंग — और सोमवार का जवाब: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ECAC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कितना आया?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343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A5A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मंदिर न्यासियों के लिए  ·  बोर्ड प्रस्तुति  ·  २०२६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56032"/>
            <a:ext cx="2377440" cy="292608"/>
          </a:xfrm>
          <a:prstGeom prst="roundRect">
            <a:avLst>
              <a:gd name="adj" fmla="val 25000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वास्तविकता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F1D1D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बोर्ड असल में क्या पूछता है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417320"/>
            <a:ext cx="109728" cy="411480"/>
          </a:xfrm>
          <a:prstGeom prst="roundRect">
            <a:avLst>
              <a:gd name="adj" fmla="val 33333"/>
            </a:avLst>
          </a:prstGeom>
          <a:solidFill>
            <a:srgbClr val="EA580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35331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1D1D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कितना आया?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164592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नकद + UPI + ऑनलाइन अलग-अलग जगह। हर सोमवार Excel की लड़ाई।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194560"/>
            <a:ext cx="109728" cy="411480"/>
          </a:xfrm>
          <a:prstGeom prst="roundRect">
            <a:avLst>
              <a:gd name="adj" fmla="val 33333"/>
            </a:avLst>
          </a:prstGeom>
          <a:solidFill>
            <a:srgbClr val="EA580C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13055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1D1D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पैसे कहाँ गए?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242316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भक्त पूछते हैं। पारदर्शिता स्क्रीनशॉट है — सार्वजनिक बही नहीं।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2971800"/>
            <a:ext cx="109728" cy="411480"/>
          </a:xfrm>
          <a:prstGeom prst="roundRect">
            <a:avLst>
              <a:gd name="adj" fmla="val 33333"/>
            </a:avLst>
          </a:prstGeom>
          <a:solidFill>
            <a:srgbClr val="EA580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290779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1D1D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त्योहार का हंगामा?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320040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डबल बुकिंग, बिना गोत्र/संकल्प, लंबी कतार, नाराज़ परिवार।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61188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3749040"/>
            <a:ext cx="109728" cy="411480"/>
          </a:xfrm>
          <a:prstGeom prst="roundRect">
            <a:avLst>
              <a:gd name="adj" fmla="val 33333"/>
            </a:avLst>
          </a:prstGeom>
          <a:solidFill>
            <a:srgbClr val="EA580C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6850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1D1D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80G / CA तैयार?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4400" y="397764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WhatsApp पर PAN। रसीदें अधूरी। Form 10BD दौड़।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82803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MandirOS  ·  मंदिर न्यासियों के लिए गोपनीय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56032"/>
            <a:ext cx="2377440" cy="292608"/>
          </a:xfrm>
          <a:prstGeom prst="roundRect">
            <a:avLst>
              <a:gd name="adj" fmla="val 25000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ईमानदार बात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F1D1D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हम “AI मंदिर” नहीं बेचते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7534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बोर्ड शांति के लिए चेक लिखता है — फीचर लिस्ट के लिए नहीं।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3977640" cy="2651760"/>
          </a:xfrm>
          <a:prstGeom prst="roundRect">
            <a:avLst>
              <a:gd name="adj" fmla="val 4138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874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नायक नहीं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28600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191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चैटबॉट व्यक्तित्व को प्रोडक्ट बनाना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191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भक्ति लीडरबोर्ड / गेमिफिकेशन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191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१४ अधूरे मॉड्यूल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191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“भारत का पहला AI मंदिर” दावे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191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न्यासियों को SaaS jargon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691640"/>
            <a:ext cx="3977640" cy="2651760"/>
          </a:xfrm>
          <a:prstGeom prst="roundRect">
            <a:avLst>
              <a:gd name="adj" fmla="val 4138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874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803D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आप इसके लिए भुगतान करेंगे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228600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191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बिना Excel के रोज “कितना आया”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191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काउंटर रसीद ~१० सेकंड में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191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त्योहार स्लॉट बिना डबल-बुकिंग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191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सार्वजनिक पारदर्शिता जिस पर भरोसा हो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191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80G ट्रेल्स जो CA इस्तेमाल कर सके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82803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MandirOS  ·  मंदिर न्यासियों के लिए गोपनीय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56032"/>
            <a:ext cx="2377440" cy="292608"/>
          </a:xfrm>
          <a:prstGeom prst="roundRect">
            <a:avLst>
              <a:gd name="adj" fmla="val 25000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उत्पाद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F1D1D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MandirOS एक वाक्य में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1051560"/>
          </a:xfrm>
          <a:prstGeom prst="roundRect">
            <a:avLst>
              <a:gd name="adj" fmla="val 10435"/>
            </a:avLst>
          </a:prstGeom>
          <a:solidFill>
            <a:srgbClr val="7F1D1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7160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आपके मंदिर का डिजिटल ट्रस्ट लेयर — हर रुपया दिखे,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हर सेवा संकल्प के साथ, हर सोमवार कुल तैयार।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20116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2788920"/>
            <a:ext cx="502920" cy="50292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3429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F1D1D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पैसा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66928" y="379476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काउंटर डेस्क + ऑनलाइन + साप्ताहिक बोर्ड रिपोर्ट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06040" y="2606040"/>
            <a:ext cx="20116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37560" y="2788920"/>
            <a:ext cx="502920" cy="50292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697480" y="3429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F1D1D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सेवा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715768" y="379476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गोत्र, संकल्प, स्लॉट, प्रमाणपत्र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606040"/>
            <a:ext cx="20116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0" y="2788920"/>
            <a:ext cx="502920" cy="50292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46320" y="3429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F1D1D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विश्वास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64608" y="379476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सार्वजनिक बही + 80G रसीदें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03720" y="2606040"/>
            <a:ext cx="20116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35240" y="2788920"/>
            <a:ext cx="502920" cy="50292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5" name="Text 23"/>
          <p:cNvSpPr/>
          <p:nvPr/>
        </p:nvSpPr>
        <p:spPr>
          <a:xfrm>
            <a:off x="763524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95160" y="3429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F1D1D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संचालन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13448" y="379476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QR पोस्टर, त्योहार, तीर्थयात्री सुरक्षा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82803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MandirOS  ·  मंदिर न्यासियों के लिए गोपनीय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56032"/>
            <a:ext cx="2377440" cy="292608"/>
          </a:xfrm>
          <a:prstGeom prst="roundRect">
            <a:avLst>
              <a:gd name="adj" fmla="val 25000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मुख्य आदत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F1D1D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काउंटर मनी डेस्क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7534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क्लर्क हर दिन MandirOS इसलिए खोलता है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35040" y="6400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/>
        </p:spPr>
      </p:sp>
      <p:sp>
        <p:nvSpPr>
          <p:cNvPr id="8" name="Text 6"/>
          <p:cNvSpPr/>
          <p:nvPr/>
        </p:nvSpPr>
        <p:spPr>
          <a:xfrm>
            <a:off x="6035040" y="8229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~१० सेकंड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126480" y="1508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EDD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नकद → प्रिंट रसीद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20116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4231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48640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1D1D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राशि + तरीका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" y="338328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नकद, काउंटर UPI, कार्ड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606040" y="2286000"/>
            <a:ext cx="20116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06040" y="24231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697480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1D1D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वैकल्पिक 80G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15768" y="338328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ज़रूरत पर नाम + PAN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2286000"/>
            <a:ext cx="20116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4231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846320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1D1D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दर्ज करें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64608" y="338328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असली दान रसीद बनती है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903720" y="2286000"/>
            <a:ext cx="20116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03720" y="24231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995160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1D1D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प्रिंट / साझा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013448" y="338328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भक्त संतुष्ट लौटता है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82803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MandirOS  ·  मंदिर न्यासियों के लिए गोपनीय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56032"/>
            <a:ext cx="2377440" cy="292608"/>
          </a:xfrm>
          <a:prstGeom prst="roundRect">
            <a:avLst>
              <a:gd name="adj" fmla="val 25000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बोर्ड मीटिंग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F1D1D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साप्ताहिक न्यासी रिपोर्ट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7534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बिना Excel के सोमवार का संदेश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502920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A29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इस सप्ताह — उदाहरण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148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ऑनलाइन  ·  काउंटर  ·  पूजा  ·  कुल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5146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₹1,24,500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85800" y="32918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हिंदी + अंग्रेज़ी एक पंक्ति · WhatsApp · प्रिंट · ईमेल / Slack ऑटो-सेंड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760720" y="1600200"/>
            <a:ext cx="2926080" cy="2743200"/>
          </a:xfrm>
          <a:prstGeom prst="roundRect">
            <a:avLst>
              <a:gd name="adj" fmla="val 4000"/>
            </a:avLst>
          </a:prstGeom>
          <a:solidFill>
            <a:srgbClr val="7F1D1D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0" y="1828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बोर्ड क्यों चाहेगा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0" y="2331720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“Excel भेजो” खत्म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ऑनलाइन + हुंडी एक साथ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मीटिंग से पहले तैयार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हर हफ्ते एक ही कहानी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82803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MandirOS  ·  मंदिर न्यासियों के लिए गोपनीय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56032"/>
            <a:ext cx="2377440" cy="292608"/>
          </a:xfrm>
          <a:prstGeom prst="roundRect">
            <a:avLst>
              <a:gd name="adj" fmla="val 25000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ट्रस्ट लेयर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F1D1D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पारदर्शिता जो भक्त खोल सकें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0690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1D1D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सार्वजनिक फंड बही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उद्देश्य के अनुसार कुल — निर्माण, भंडारा, सामान्य। PDF श्रृंखला नहीं, URL।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325880"/>
            <a:ext cx="40690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1D1D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दान अभियान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83480" y="18745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लक्ष्य के मुकाबले प्रगति बार। बड़े अनुरोधों के लिए सामाजिक प्रमाण।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40690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926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1D1D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80G-तैयार रसीदें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5800" y="32918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नाम, PAN, रसीद संख्या। CA-अनुकूल ट्रेल्स — कर सलाह नहीं।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2743200"/>
            <a:ext cx="40690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2926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1D1D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Form 10BD निर्यात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83480" y="32918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Trust Pro: वित्तीय वर्ष CSV। पंजीकरण CA सत्यापित करता है।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82803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MandirOS  ·  मंदिर न्यासियों के लिए गोपनीय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56032"/>
            <a:ext cx="2377440" cy="292608"/>
          </a:xfrm>
          <a:prstGeom prst="roundRect">
            <a:avLst>
              <a:gd name="adj" fmla="val 25000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त्योहार के लिए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F1D1D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पूजा बुकिंग जो पुजारी इस्तेमाल करें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6974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544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EDD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5819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गोत्र + संकल्प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1031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सिर्फ भुगतान नहीं — मंदिर-स्तर का भक्त डेटा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1325880"/>
            <a:ext cx="26974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0" y="15544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EDD5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069080" y="15819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स्लॉट क्षमता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74720" y="21031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Growth+: सीमा ताकि ओवरबुक न हो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1325880"/>
            <a:ext cx="26974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15544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EDD5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03720" y="15819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त्योहार बोर्ड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09360" y="21031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कौन सा स्लॉट भर रहा है; पुजारी योजना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834640"/>
            <a:ext cx="26974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30632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EDD5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30906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प्रमाणपत्र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36118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पुष्टि के बाद प्रिंट / साझा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91840" y="2834640"/>
            <a:ext cx="26974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0" y="30632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EDD5"/>
          </a:solidFill>
          <a:ln/>
        </p:spPr>
      </p:sp>
      <p:sp>
        <p:nvSpPr>
          <p:cNvPr id="28" name="Text 26"/>
          <p:cNvSpPr/>
          <p:nvPr/>
        </p:nvSpPr>
        <p:spPr>
          <a:xfrm>
            <a:off x="347472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069080" y="30906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QR पोस्टर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474720" y="36118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गेट → दान / बुक / चेक-इन, बिना डिज़ाइन खर्च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26480" y="2834640"/>
            <a:ext cx="26974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09360" y="30632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EDD5"/>
          </a:solidFill>
          <a:ln/>
        </p:spPr>
      </p:sp>
      <p:sp>
        <p:nvSpPr>
          <p:cNvPr id="33" name="Text 31"/>
          <p:cNvSpPr/>
          <p:nvPr/>
        </p:nvSpPr>
        <p:spPr>
          <a:xfrm>
            <a:off x="630936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903720" y="30906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तीर्थयात्री सुरक्षा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309360" y="36118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SOS, खोया-पाया (Growth+)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482803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MandirOS  ·  मंदिर न्यासियों के लिए गोपनीय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56032"/>
            <a:ext cx="2377440" cy="292608"/>
          </a:xfrm>
          <a:prstGeom prst="roundRect">
            <a:avLst>
              <a:gd name="adj" fmla="val 25000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संचालन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F1D1D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MandirOS पर एक दिन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EA580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344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06:30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28800" y="12344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1D1D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क्लर्क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0" y="123444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7534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मनी डेस्क खुला — पहली हुंडी / काउंटर एंट्री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EA580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8745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09:00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28800" y="1874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1D1D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भक्त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00400" y="187452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7534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QR पोस्टर → गोत्र-संकल्प के साथ सेवा बुक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514600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EA580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5146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12:00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828800" y="2514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1D1D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ऑनलाइन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00400" y="251460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7534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UPI दान + वैकल्पिक 80G रसीद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154680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EA580C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1546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18:00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828800" y="31546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1D1D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क्लर्क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00400" y="315468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7534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शाम की नकद प्रविष्टि — दिन का कुल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794760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7F1D1D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7947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सोम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828800" y="37947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1D1D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न्यासी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200400" y="379476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7534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साप्ताहिक रिपोर्ट → बोर्ड WhatsApp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482803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MandirOS  ·  मंदिर न्यासियों के लिए गोपनीय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56032"/>
            <a:ext cx="2377440" cy="292608"/>
          </a:xfrm>
          <a:prstGeom prst="roundRect">
            <a:avLst>
              <a:gd name="adj" fmla="val 25000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लाइव देखें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F1D1D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हमारी बात न मानें — खोलकर देखें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716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प्लेटफ़ॉर्म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834640" y="135331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jamsawli-ecosystem.vercel.app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834640" y="1627632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MandirOS होम · मूल्य · सुविधाएँ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1488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एंकर मंदिर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834640" y="213055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/t/jamsawli-hanuman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34640" y="2404872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लाइव टेनेन्ट: दान · बुक · पारदर्शिता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9260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Free बनाम Pro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834640" y="290779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/demo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834640" y="3182112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अपग्रेड महसूस करें — वही स्क्रीन, अलग ताकत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61188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703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७-दिन पायलट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834640" y="368503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/dashboard/pilot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834640" y="3959352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क्लर्क चेकलिस्ट — ब्रोशर नहीं, आदत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82803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MandirOS  ·  मंदिर न्यासियों के लिए गोपनीय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56032"/>
            <a:ext cx="2377440" cy="292608"/>
          </a:xfrm>
          <a:prstGeom prst="roundRect">
            <a:avLst>
              <a:gd name="adj" fmla="val 25000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सरल मूल्य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F1D1D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मुफ़्त शुरू करें। जरूरत पड़ने पर भुगतान करें।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274320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801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आदत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F1D1D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मुफ़्त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11480" y="1920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11480" y="2331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A29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2.5% लेनदेन · /माह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74320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ऑनलाइन दान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मनी डेस्क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साप्ताहिक रिपोर्ट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80G रसीदें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QR पोस्टर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1143000"/>
            <a:ext cx="2743200" cy="3291840"/>
          </a:xfrm>
          <a:prstGeom prst="roundRect">
            <a:avLst>
              <a:gd name="adj" fmla="val 4000"/>
            </a:avLst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2801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सबसे लोकप्रिय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ग्रोथ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291840" y="1920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₹2,499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291840" y="2331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ECAC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2.0% लेनदेन · /माह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20440" y="274320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Free की सभी सुविधाएँ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त्योहार क्षमता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अभियान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तीर्थयात्री सुरक्षा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विजेट / एम्बेड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1143000"/>
            <a:ext cx="274320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2801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CA / ऑडिट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72200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F1D1D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ट्रस्ट प्रो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172200" y="1920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₹7,999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172200" y="2331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A29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1.0% लेनदेन · /माह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0" y="274320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Growth की सभी सुविधाएँ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Form 10BD निर्यात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पूर्ण ट्रस्ट लेजर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डेवलपर API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प्राथमिकता सहायता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82803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MandirOS  ·  मंदिर न्यासियों के लिए गोपनीय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56032"/>
            <a:ext cx="2377440" cy="292608"/>
          </a:xfrm>
          <a:prstGeom prst="roundRect">
            <a:avLst>
              <a:gd name="adj" fmla="val 25000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क्यों भुगतान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F1D1D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₹2,499 / माह बोर्ड को क्या देता है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087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580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समय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हर हफ्ते Excel + WhatsApp का पीछा कम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280160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5087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580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शांति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74720" y="19659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मीटिंग से पहले सोमवार का कुल तैयार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280160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5087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580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विश्वास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09360" y="19659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भक्त पूछें तो सार्वजनिक पेज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0632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580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त्योहार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" y="35204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भीड़ के दिन क्षमता नियंत्रण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91840" y="2834640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30632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580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क्लर्क आदत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474720" y="35204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रोज खुले — साल में एक बार नहीं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26480" y="2834640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30632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580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अपग्रेड पथ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309360" y="35204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मुफ़्त शुरू; जरूरत पर भुगतान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82803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MandirOS  ·  मंदिर न्यासियों के लिए गोपनीय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56032"/>
            <a:ext cx="2377440" cy="292608"/>
          </a:xfrm>
          <a:prstGeom prst="roundRect">
            <a:avLst>
              <a:gd name="adj" fmla="val 25000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बिना जोखिम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F1D1D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७-दिन पायलट — एक मंदिर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7534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आदत साबित करें, फिर Growth की बात करें।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581912"/>
            <a:ext cx="256032" cy="256032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819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50876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91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दिन १–२  ·  सिर्फ मनी डेस्क (नकद / काउंटर UPI)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020824"/>
            <a:ext cx="256032" cy="256032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0208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1947672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91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दिन ३  ·  ऑनलाइन दान (Razorpay लाइव होने पर)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2459736"/>
            <a:ext cx="256032" cy="256032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4597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2386584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91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दिन ४  ·  गोत्र के साथ एक सेवा बुकिंग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2898648"/>
            <a:ext cx="256032" cy="256032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8986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2825496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91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दिन ५  ·  साप्ताहिक रिपोर्ट WhatsApp / प्रिंट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" y="3337560"/>
            <a:ext cx="256032" cy="256032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337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0120" y="326440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91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दिन ६  ·  पारदर्शिता URL एक न्यासी को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" y="3776472"/>
            <a:ext cx="256032" cy="256032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776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" y="370332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91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दिन ७  ·  बोर्ड: Free रहें / Growth / रोकें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482803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MandirOS  ·  मंदिर न्यासियों के लिए गोपनीय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601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अगला कदम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772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अपने क्लर्क को एक सप्ताह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मनी डेस्क आज़माने दें।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ECAC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अगर वे रोज नहीं खोलते — भुगतान न करें।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ECAC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अगर खोलते हैं — आपका ट्रस्ट लेयर मिल गया।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7947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jamsawli-ecosystem.vercel.app   ·   /demo   ·   /for-trustees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3891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CA5A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जय श्री हनुमान  ·  MandirOS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MandirOS — मंदिरों का डिजिटल ट्रस्ट लेयर</dc:title>
  <dc:subject>मंदिर न्यासियों के लिए बिक्री प्रस्तुति</dc:subject>
  <dc:creator>MandirOS</dc:creator>
  <cp:lastModifiedBy>MandirOS</cp:lastModifiedBy>
  <cp:revision>1</cp:revision>
  <dcterms:created xsi:type="dcterms:W3CDTF">2026-07-14T02:50:00Z</dcterms:created>
  <dcterms:modified xsi:type="dcterms:W3CDTF">2026-07-14T02:50:00Z</dcterms:modified>
</cp:coreProperties>
</file>